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1ED5A-6CCA-7735-9E9D-C90FE4036B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561834-8132-B4FC-0F68-AEBB2394ED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14B72-E364-3646-3946-768B14340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EE79-0293-47F3-86C7-2AC17F3B8062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83F17-E6A6-C7AF-4EFF-57BA87551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53418-0653-6B69-889A-2FC92652E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DECE-A767-423B-AEAE-EC174DE64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210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E6D22-881B-1380-5E24-1584FD9BE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9B086-37B3-A7E1-4890-9326FE662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4C2A9-371E-7C90-FF23-F5AB4FBF6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EE79-0293-47F3-86C7-2AC17F3B8062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8E2C0-8968-3CCC-6181-B89DA7310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34F09-7069-A334-0751-F29BA1A0D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DECE-A767-423B-AEAE-EC174DE64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3494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3EC61-95A4-AC91-7AEF-C528EFAC6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2A40D-E716-8235-9093-1FA011342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B248B-F419-70CE-F919-B27422D5B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EE79-0293-47F3-86C7-2AC17F3B8062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F9B94-1EDA-AFB9-026E-5EBDCA968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1F8F2-87E9-1D9D-1AD3-93DCD9A42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DECE-A767-423B-AEAE-EC174DE64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3179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9AC2F-FEF4-4C80-ED9A-BE08E09A3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47FD4-A8C3-AE86-CE16-FCFCAED38C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01281-27CD-2EBE-BFCA-48D4C3D726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BF9F82-B666-F6CD-834F-5B36ABBF1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EE79-0293-47F3-86C7-2AC17F3B8062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973404-8C03-412C-35F0-33A53FEBC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386AC8-238A-20AD-194D-C45764E6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DECE-A767-423B-AEAE-EC174DE64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4877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85602-17E0-FB6E-5F07-AD16A756D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F105E0-4042-1799-A348-4876C2E9E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738892-49DC-335F-BD13-AF19A1DDF2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29CF5-D69C-8F26-7B25-7C23884CF0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45659B-D525-C5E2-83B4-12EB01A4FA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B9AD19-6B2F-6295-1B76-EA49CABF4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EE79-0293-47F3-86C7-2AC17F3B8062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9E8180-8F63-9A68-B3BE-F7ADC79DF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48B5A5-28EB-EE51-4D12-BA3F79131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DECE-A767-423B-AEAE-EC174DE64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8690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559F7-4B23-A460-FEB8-DD3940A7C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4D7085-F1FB-4048-AABE-62355B643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EE79-0293-47F3-86C7-2AC17F3B8062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0405D4-9DAF-1BB3-CC91-C884F38DE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A9C609-D77A-6E4A-29AC-C4161C23A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DECE-A767-423B-AEAE-EC174DE64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6932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D8E600-FE69-48B0-A4D9-834D29216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EE79-0293-47F3-86C7-2AC17F3B8062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D8D5C7-EDBB-5393-6C2C-18F4A06D8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43FC7-E1DF-FC1F-CE2A-0671B4166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DECE-A767-423B-AEAE-EC174DE64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CE779-4E4E-D494-77C6-95CF766DA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FC501-9099-826D-1A17-F7B070068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AF395B-D8F8-272D-94C9-F9959DB10C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067B4D-3DAC-EE91-6AFE-559ECFA18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EE79-0293-47F3-86C7-2AC17F3B8062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A84E79-56BE-1AFE-D508-BD060832B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986C59-CEC3-9A4D-8497-B194AF1C1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DECE-A767-423B-AEAE-EC174DE64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857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AC276-71E6-776B-96D7-D68130F1F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CE749B-0674-0F45-1ED6-0A614CEF42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4ECA9B-082A-C237-908C-4416CA359D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E9DFAF-D290-A053-E25E-3B42CA703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EE79-0293-47F3-86C7-2AC17F3B8062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35B0C6-EED0-0728-9552-E1255BC21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686344-AF2E-28FC-C5FC-D07DB6AE3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DECE-A767-423B-AEAE-EC174DE64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642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28664-7EB2-821F-E522-9C734B67E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228E93-6E37-1CE4-CD12-3A07130DC2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29F727-CC45-A8EB-9B3B-A536F9BB3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EE79-0293-47F3-86C7-2AC17F3B8062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662DE-2859-5427-CFDD-A5142CFAA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CF509-9CF8-52D1-3A08-D5309119C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DECE-A767-423B-AEAE-EC174DE64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714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7948FD-D077-E68A-A930-78D4C53E5A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8E1C01-A875-7F69-CAE1-20C93F7612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D1C4E-ECB3-22B4-1F77-CE4304246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EE79-0293-47F3-86C7-2AC17F3B8062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150BA-B130-78A3-FAC7-DB7CBC84B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97163-F46F-62D2-110A-286563FF3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DECE-A767-423B-AEAE-EC174DE64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92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DF8316-60A0-2CA7-99F4-D800E7AD5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B8192-C6B4-0F98-2A07-740D39F43F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AE4E4-D554-0DD0-4B4C-84CF7FB279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2EE79-0293-47F3-86C7-2AC17F3B8062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F1662-B3D1-1CB6-2CD4-8ECBE4D9E4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C9C88-ECD8-07AD-E194-E143AB163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1BDECE-A767-423B-AEAE-EC174DE64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8560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13474F-5FBF-11F6-1093-3E6E586975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339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2E009B-1011-8A6F-C716-42CBA4F424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8502BA0-FC33-0596-AA39-BDB139D05F9C}"/>
              </a:ext>
            </a:extLst>
          </p:cNvPr>
          <p:cNvCxnSpPr>
            <a:cxnSpLocks/>
          </p:cNvCxnSpPr>
          <p:nvPr/>
        </p:nvCxnSpPr>
        <p:spPr>
          <a:xfrm>
            <a:off x="6821488" y="6235964"/>
            <a:ext cx="35083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23FA181-7062-79A0-2C42-E1E27F8CDBD9}"/>
              </a:ext>
            </a:extLst>
          </p:cNvPr>
          <p:cNvCxnSpPr>
            <a:cxnSpLocks/>
          </p:cNvCxnSpPr>
          <p:nvPr/>
        </p:nvCxnSpPr>
        <p:spPr>
          <a:xfrm>
            <a:off x="6821488" y="5909733"/>
            <a:ext cx="0" cy="32914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715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086146-2A99-2DFC-B514-65A7F89B09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6001F0A-93CD-8E61-9594-8C86628B2671}"/>
              </a:ext>
            </a:extLst>
          </p:cNvPr>
          <p:cNvSpPr/>
          <p:nvPr/>
        </p:nvSpPr>
        <p:spPr>
          <a:xfrm>
            <a:off x="7173753" y="3378992"/>
            <a:ext cx="350996" cy="31432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n w="10160">
                  <a:solidFill>
                    <a:schemeClr val="bg1"/>
                  </a:solidFill>
                  <a:prstDash val="solid"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FCC22C-9C1E-1521-9F2D-2D0A0156FAFE}"/>
              </a:ext>
            </a:extLst>
          </p:cNvPr>
          <p:cNvSpPr/>
          <p:nvPr/>
        </p:nvSpPr>
        <p:spPr>
          <a:xfrm>
            <a:off x="6822757" y="3378992"/>
            <a:ext cx="350996" cy="31432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10160">
                <a:solidFill>
                  <a:schemeClr val="bg1"/>
                </a:solidFill>
                <a:prstDash val="solid"/>
              </a:ln>
              <a:noFill/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E36AE7-5598-364B-F3E2-25D18F7AE008}"/>
              </a:ext>
            </a:extLst>
          </p:cNvPr>
          <p:cNvSpPr/>
          <p:nvPr/>
        </p:nvSpPr>
        <p:spPr>
          <a:xfrm>
            <a:off x="6822757" y="3693317"/>
            <a:ext cx="350996" cy="31432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10160">
                <a:solidFill>
                  <a:schemeClr val="bg1"/>
                </a:solidFill>
                <a:prstDash val="solid"/>
              </a:ln>
              <a:noFill/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21A183-B1CC-884A-801D-8233146850BF}"/>
              </a:ext>
            </a:extLst>
          </p:cNvPr>
          <p:cNvSpPr/>
          <p:nvPr/>
        </p:nvSpPr>
        <p:spPr>
          <a:xfrm>
            <a:off x="7173753" y="3693316"/>
            <a:ext cx="350996" cy="31432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10160">
                <a:solidFill>
                  <a:schemeClr val="bg1"/>
                </a:solidFill>
                <a:prstDash val="solid"/>
              </a:ln>
              <a:noFill/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6D19CD-52F6-9E94-8442-B8913075AE94}"/>
              </a:ext>
            </a:extLst>
          </p:cNvPr>
          <p:cNvSpPr/>
          <p:nvPr/>
        </p:nvSpPr>
        <p:spPr>
          <a:xfrm>
            <a:off x="7524749" y="3693316"/>
            <a:ext cx="350996" cy="31432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10160">
                <a:solidFill>
                  <a:schemeClr val="bg1"/>
                </a:solidFill>
                <a:prstDash val="solid"/>
              </a:ln>
              <a:noFill/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32FD53-DFB6-637E-785C-61F69BCBFAF7}"/>
              </a:ext>
            </a:extLst>
          </p:cNvPr>
          <p:cNvSpPr/>
          <p:nvPr/>
        </p:nvSpPr>
        <p:spPr>
          <a:xfrm>
            <a:off x="7524749" y="3378992"/>
            <a:ext cx="350996" cy="31432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10160">
                <a:solidFill>
                  <a:schemeClr val="bg1"/>
                </a:solidFill>
                <a:prstDash val="solid"/>
              </a:ln>
              <a:noFill/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0CD9C9-F675-D758-E740-3266EE1F7379}"/>
              </a:ext>
            </a:extLst>
          </p:cNvPr>
          <p:cNvSpPr/>
          <p:nvPr/>
        </p:nvSpPr>
        <p:spPr>
          <a:xfrm>
            <a:off x="7524749" y="3064668"/>
            <a:ext cx="350996" cy="31432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ln w="10160">
                <a:solidFill>
                  <a:schemeClr val="bg1"/>
                </a:solidFill>
                <a:prstDash val="solid"/>
              </a:ln>
              <a:noFill/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24133F-035C-E8C9-660A-638620BA4968}"/>
              </a:ext>
            </a:extLst>
          </p:cNvPr>
          <p:cNvSpPr/>
          <p:nvPr/>
        </p:nvSpPr>
        <p:spPr>
          <a:xfrm>
            <a:off x="7173753" y="3064667"/>
            <a:ext cx="350996" cy="31432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ln w="10160">
                <a:solidFill>
                  <a:schemeClr val="bg1"/>
                </a:solidFill>
                <a:prstDash val="solid"/>
              </a:ln>
              <a:noFill/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BCEF40-037A-B03A-C01A-3BD891D4D357}"/>
              </a:ext>
            </a:extLst>
          </p:cNvPr>
          <p:cNvSpPr/>
          <p:nvPr/>
        </p:nvSpPr>
        <p:spPr>
          <a:xfrm>
            <a:off x="6822757" y="3064666"/>
            <a:ext cx="350996" cy="31432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n w="10160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570F05-A9BD-D404-5471-BED41A59E372}"/>
              </a:ext>
            </a:extLst>
          </p:cNvPr>
          <p:cNvSpPr txBox="1"/>
          <p:nvPr/>
        </p:nvSpPr>
        <p:spPr>
          <a:xfrm>
            <a:off x="8117625" y="2266950"/>
            <a:ext cx="1256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Halo Blocks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F1B796-EB17-33AC-9CE3-151B1F505721}"/>
              </a:ext>
            </a:extLst>
          </p:cNvPr>
          <p:cNvSpPr txBox="1"/>
          <p:nvPr/>
        </p:nvSpPr>
        <p:spPr>
          <a:xfrm>
            <a:off x="8599747" y="3948374"/>
            <a:ext cx="925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Hot Cell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45456FF-1222-8A90-6839-D0EC1B96D21B}"/>
              </a:ext>
            </a:extLst>
          </p:cNvPr>
          <p:cNvCxnSpPr>
            <a:cxnSpLocks/>
            <a:stCxn id="16" idx="1"/>
            <a:endCxn id="11" idx="0"/>
          </p:cNvCxnSpPr>
          <p:nvPr/>
        </p:nvCxnSpPr>
        <p:spPr>
          <a:xfrm flipH="1">
            <a:off x="7349251" y="2451616"/>
            <a:ext cx="768374" cy="613051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0195A3F-E81B-52C5-DA12-31F165C0B8F5}"/>
              </a:ext>
            </a:extLst>
          </p:cNvPr>
          <p:cNvCxnSpPr>
            <a:stCxn id="17" idx="1"/>
            <a:endCxn id="4" idx="3"/>
          </p:cNvCxnSpPr>
          <p:nvPr/>
        </p:nvCxnSpPr>
        <p:spPr>
          <a:xfrm flipH="1" flipV="1">
            <a:off x="7524749" y="3536155"/>
            <a:ext cx="1074998" cy="5968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Left Brace 21">
            <a:extLst>
              <a:ext uri="{FF2B5EF4-FFF2-40B4-BE49-F238E27FC236}">
                <a16:creationId xmlns:a16="http://schemas.microsoft.com/office/drawing/2014/main" id="{D8394458-C6E3-CBB1-03DA-9193AC12D8AF}"/>
              </a:ext>
            </a:extLst>
          </p:cNvPr>
          <p:cNvSpPr/>
          <p:nvPr/>
        </p:nvSpPr>
        <p:spPr>
          <a:xfrm>
            <a:off x="6523194" y="3064666"/>
            <a:ext cx="207806" cy="942975"/>
          </a:xfrm>
          <a:prstGeom prst="leftBrace">
            <a:avLst>
              <a:gd name="adj1" fmla="val 8333"/>
              <a:gd name="adj2" fmla="val 50898"/>
            </a:avLst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EE30A3-F5BC-B511-4120-0BD789770C53}"/>
              </a:ext>
            </a:extLst>
          </p:cNvPr>
          <p:cNvSpPr txBox="1"/>
          <p:nvPr/>
        </p:nvSpPr>
        <p:spPr>
          <a:xfrm>
            <a:off x="8305755" y="5260466"/>
            <a:ext cx="1219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Cost = h x 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325195-C21A-BDE2-C0E4-F159158792B2}"/>
              </a:ext>
            </a:extLst>
          </p:cNvPr>
          <p:cNvSpPr txBox="1"/>
          <p:nvPr/>
        </p:nvSpPr>
        <p:spPr>
          <a:xfrm>
            <a:off x="6281314" y="3323984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B66CC06-9D8F-7AD9-2D44-D5FEE1A0D35E}"/>
              </a:ext>
            </a:extLst>
          </p:cNvPr>
          <p:cNvSpPr txBox="1"/>
          <p:nvPr/>
        </p:nvSpPr>
        <p:spPr>
          <a:xfrm>
            <a:off x="5821940" y="3564640"/>
            <a:ext cx="85311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dirty="0">
                <a:solidFill>
                  <a:srgbClr val="7030A0"/>
                </a:solidFill>
                <a:latin typeface="Ink Free" panose="03080402000500000000" pitchFamily="66" charset="0"/>
              </a:rPr>
              <a:t>total no of </a:t>
            </a:r>
          </a:p>
          <a:p>
            <a:r>
              <a:rPr lang="en-IN" sz="1100" b="1" dirty="0">
                <a:solidFill>
                  <a:srgbClr val="7030A0"/>
                </a:solidFill>
                <a:latin typeface="Ink Free" panose="03080402000500000000" pitchFamily="66" charset="0"/>
              </a:rPr>
              <a:t>elements </a:t>
            </a:r>
          </a:p>
          <a:p>
            <a:r>
              <a:rPr lang="en-IN" sz="1100" b="1" dirty="0">
                <a:solidFill>
                  <a:srgbClr val="7030A0"/>
                </a:solidFill>
                <a:latin typeface="Ink Free" panose="03080402000500000000" pitchFamily="66" charset="0"/>
              </a:rPr>
              <a:t>in block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089C096-F443-6E9A-76EA-EAE8B65542B4}"/>
              </a:ext>
            </a:extLst>
          </p:cNvPr>
          <p:cNvSpPr/>
          <p:nvPr/>
        </p:nvSpPr>
        <p:spPr>
          <a:xfrm>
            <a:off x="4395129" y="1822966"/>
            <a:ext cx="350996" cy="314325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ln w="10160">
                <a:solidFill>
                  <a:schemeClr val="bg1"/>
                </a:solidFill>
                <a:prstDash val="solid"/>
              </a:ln>
              <a:solidFill>
                <a:schemeClr val="accent4">
                  <a:lumMod val="40000"/>
                  <a:lumOff val="60000"/>
                </a:schemeClr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98F4094-C1BD-D307-A024-367B3D49D8FB}"/>
              </a:ext>
            </a:extLst>
          </p:cNvPr>
          <p:cNvSpPr/>
          <p:nvPr/>
        </p:nvSpPr>
        <p:spPr>
          <a:xfrm>
            <a:off x="4044133" y="1822966"/>
            <a:ext cx="350996" cy="314325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10160">
                <a:solidFill>
                  <a:schemeClr val="bg1"/>
                </a:solidFill>
                <a:prstDash val="solid"/>
              </a:ln>
              <a:noFill/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F017C4D-F670-87D4-BCF6-46973DBA0DA9}"/>
              </a:ext>
            </a:extLst>
          </p:cNvPr>
          <p:cNvSpPr/>
          <p:nvPr/>
        </p:nvSpPr>
        <p:spPr>
          <a:xfrm>
            <a:off x="4044133" y="2137291"/>
            <a:ext cx="350996" cy="314325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10160">
                <a:solidFill>
                  <a:schemeClr val="bg1"/>
                </a:solidFill>
                <a:prstDash val="solid"/>
              </a:ln>
              <a:noFill/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A4183C4-7780-73AF-640C-A4330034387B}"/>
              </a:ext>
            </a:extLst>
          </p:cNvPr>
          <p:cNvSpPr/>
          <p:nvPr/>
        </p:nvSpPr>
        <p:spPr>
          <a:xfrm>
            <a:off x="4395129" y="2137290"/>
            <a:ext cx="350996" cy="314325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10160">
                <a:solidFill>
                  <a:schemeClr val="bg1"/>
                </a:solidFill>
                <a:prstDash val="solid"/>
              </a:ln>
              <a:noFill/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CED3409-028A-181B-526B-E3A817CA3C97}"/>
              </a:ext>
            </a:extLst>
          </p:cNvPr>
          <p:cNvSpPr/>
          <p:nvPr/>
        </p:nvSpPr>
        <p:spPr>
          <a:xfrm>
            <a:off x="4746125" y="2137290"/>
            <a:ext cx="350996" cy="314325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10160">
                <a:solidFill>
                  <a:schemeClr val="bg1"/>
                </a:solidFill>
                <a:prstDash val="solid"/>
              </a:ln>
              <a:noFill/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8B88C46-D2ED-BE7B-7FD0-812C42D2B1E3}"/>
              </a:ext>
            </a:extLst>
          </p:cNvPr>
          <p:cNvSpPr/>
          <p:nvPr/>
        </p:nvSpPr>
        <p:spPr>
          <a:xfrm>
            <a:off x="4746125" y="1822966"/>
            <a:ext cx="350996" cy="314325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10160">
                <a:solidFill>
                  <a:schemeClr val="bg1"/>
                </a:solidFill>
                <a:prstDash val="solid"/>
              </a:ln>
              <a:noFill/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6C8D2F7-39AB-85DF-F323-6652E95597F9}"/>
              </a:ext>
            </a:extLst>
          </p:cNvPr>
          <p:cNvSpPr/>
          <p:nvPr/>
        </p:nvSpPr>
        <p:spPr>
          <a:xfrm>
            <a:off x="4746125" y="1543048"/>
            <a:ext cx="350996" cy="279919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ln w="10160">
                <a:solidFill>
                  <a:schemeClr val="bg1"/>
                </a:solidFill>
                <a:prstDash val="solid"/>
              </a:ln>
              <a:noFill/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2E1EAEE-33B0-B1BA-694A-1D217FFC22F6}"/>
              </a:ext>
            </a:extLst>
          </p:cNvPr>
          <p:cNvSpPr/>
          <p:nvPr/>
        </p:nvSpPr>
        <p:spPr>
          <a:xfrm>
            <a:off x="4395129" y="1543049"/>
            <a:ext cx="350996" cy="279917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ln w="10160">
                <a:solidFill>
                  <a:schemeClr val="bg1"/>
                </a:solidFill>
                <a:prstDash val="solid"/>
              </a:ln>
              <a:noFill/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C171EBE-829F-FB23-4404-64AED57BB0AE}"/>
              </a:ext>
            </a:extLst>
          </p:cNvPr>
          <p:cNvSpPr/>
          <p:nvPr/>
        </p:nvSpPr>
        <p:spPr>
          <a:xfrm>
            <a:off x="4044133" y="1543048"/>
            <a:ext cx="350996" cy="279917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ln w="10160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8AC5CA5-59D7-E8A0-5F5B-5A3F7D1E806A}"/>
              </a:ext>
            </a:extLst>
          </p:cNvPr>
          <p:cNvSpPr/>
          <p:nvPr/>
        </p:nvSpPr>
        <p:spPr>
          <a:xfrm>
            <a:off x="5696692" y="2182807"/>
            <a:ext cx="350996" cy="31432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ln w="10160">
                <a:solidFill>
                  <a:schemeClr val="bg1"/>
                </a:solidFill>
                <a:prstDash val="solid"/>
              </a:ln>
              <a:solidFill>
                <a:schemeClr val="accent4">
                  <a:lumMod val="40000"/>
                  <a:lumOff val="60000"/>
                </a:schemeClr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0989BEC-4716-D062-3101-D44E70631BEC}"/>
              </a:ext>
            </a:extLst>
          </p:cNvPr>
          <p:cNvSpPr/>
          <p:nvPr/>
        </p:nvSpPr>
        <p:spPr>
          <a:xfrm>
            <a:off x="5345696" y="2182807"/>
            <a:ext cx="350996" cy="31432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10160">
                <a:solidFill>
                  <a:schemeClr val="bg1"/>
                </a:solidFill>
                <a:prstDash val="solid"/>
              </a:ln>
              <a:noFill/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A6ECAA1-84DC-3FC4-3BC7-86825DD7C87B}"/>
              </a:ext>
            </a:extLst>
          </p:cNvPr>
          <p:cNvSpPr/>
          <p:nvPr/>
        </p:nvSpPr>
        <p:spPr>
          <a:xfrm>
            <a:off x="5345696" y="2497132"/>
            <a:ext cx="350996" cy="31432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10160">
                <a:solidFill>
                  <a:schemeClr val="bg1"/>
                </a:solidFill>
                <a:prstDash val="solid"/>
              </a:ln>
              <a:noFill/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9D3DB68-41E8-BA5E-E61D-C3627594CE10}"/>
              </a:ext>
            </a:extLst>
          </p:cNvPr>
          <p:cNvSpPr/>
          <p:nvPr/>
        </p:nvSpPr>
        <p:spPr>
          <a:xfrm>
            <a:off x="5696692" y="2497131"/>
            <a:ext cx="350996" cy="31432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10160">
                <a:solidFill>
                  <a:schemeClr val="bg1"/>
                </a:solidFill>
                <a:prstDash val="solid"/>
              </a:ln>
              <a:noFill/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EE2FC5F-1813-533A-35CB-11213783D7B2}"/>
              </a:ext>
            </a:extLst>
          </p:cNvPr>
          <p:cNvSpPr/>
          <p:nvPr/>
        </p:nvSpPr>
        <p:spPr>
          <a:xfrm>
            <a:off x="6047688" y="2497131"/>
            <a:ext cx="350996" cy="31432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10160">
                <a:solidFill>
                  <a:schemeClr val="bg1"/>
                </a:solidFill>
                <a:prstDash val="solid"/>
              </a:ln>
              <a:noFill/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B6F25CCB-8E55-8E67-7447-4C7FD129F0BD}"/>
              </a:ext>
            </a:extLst>
          </p:cNvPr>
          <p:cNvSpPr/>
          <p:nvPr/>
        </p:nvSpPr>
        <p:spPr>
          <a:xfrm>
            <a:off x="6047688" y="2182807"/>
            <a:ext cx="350996" cy="31432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10160">
                <a:solidFill>
                  <a:schemeClr val="bg1"/>
                </a:solidFill>
                <a:prstDash val="solid"/>
              </a:ln>
              <a:noFill/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105F2C02-F785-C474-4BC7-4E8B35BF0972}"/>
              </a:ext>
            </a:extLst>
          </p:cNvPr>
          <p:cNvCxnSpPr/>
          <p:nvPr/>
        </p:nvCxnSpPr>
        <p:spPr>
          <a:xfrm flipH="1">
            <a:off x="4044133" y="1870075"/>
            <a:ext cx="1299392" cy="267215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B01DA1D-1BD0-8331-947D-EFF1F9D07105}"/>
              </a:ext>
            </a:extLst>
          </p:cNvPr>
          <p:cNvCxnSpPr/>
          <p:nvPr/>
        </p:nvCxnSpPr>
        <p:spPr>
          <a:xfrm flipH="1">
            <a:off x="5097121" y="1868481"/>
            <a:ext cx="1301563" cy="268809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359CDE9C-6E1E-8758-640A-2B169CA5EE76}"/>
              </a:ext>
            </a:extLst>
          </p:cNvPr>
          <p:cNvSpPr/>
          <p:nvPr/>
        </p:nvSpPr>
        <p:spPr>
          <a:xfrm>
            <a:off x="6047688" y="1868483"/>
            <a:ext cx="350996" cy="31432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ln w="10160">
                <a:solidFill>
                  <a:schemeClr val="bg1"/>
                </a:solidFill>
                <a:prstDash val="solid"/>
              </a:ln>
              <a:noFill/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8647B3D-2ECB-EA13-A7CE-ABB6BA3119C9}"/>
              </a:ext>
            </a:extLst>
          </p:cNvPr>
          <p:cNvSpPr/>
          <p:nvPr/>
        </p:nvSpPr>
        <p:spPr>
          <a:xfrm>
            <a:off x="5696692" y="1868482"/>
            <a:ext cx="350996" cy="31432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ln w="10160">
                <a:solidFill>
                  <a:schemeClr val="bg1"/>
                </a:solidFill>
                <a:prstDash val="solid"/>
              </a:ln>
              <a:noFill/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60D526D-8AB5-7694-95F4-39D0BD75CA45}"/>
              </a:ext>
            </a:extLst>
          </p:cNvPr>
          <p:cNvSpPr/>
          <p:nvPr/>
        </p:nvSpPr>
        <p:spPr>
          <a:xfrm>
            <a:off x="5345696" y="1868481"/>
            <a:ext cx="350996" cy="31432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ln w="10160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48B287F4-1991-14C1-2C15-7B9597117E25}"/>
              </a:ext>
            </a:extLst>
          </p:cNvPr>
          <p:cNvCxnSpPr/>
          <p:nvPr/>
        </p:nvCxnSpPr>
        <p:spPr>
          <a:xfrm flipH="1">
            <a:off x="4073525" y="2811456"/>
            <a:ext cx="1270000" cy="253210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3CBAD14C-9917-CA80-146E-BA34AC6575AD}"/>
              </a:ext>
            </a:extLst>
          </p:cNvPr>
          <p:cNvCxnSpPr/>
          <p:nvPr/>
        </p:nvCxnSpPr>
        <p:spPr>
          <a:xfrm flipH="1">
            <a:off x="5097121" y="2811456"/>
            <a:ext cx="1301563" cy="277819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3" name="Rectangle 112">
            <a:extLst>
              <a:ext uri="{FF2B5EF4-FFF2-40B4-BE49-F238E27FC236}">
                <a16:creationId xmlns:a16="http://schemas.microsoft.com/office/drawing/2014/main" id="{71DA361C-9716-46D2-207A-77716E3F3AB7}"/>
              </a:ext>
            </a:extLst>
          </p:cNvPr>
          <p:cNvSpPr/>
          <p:nvPr/>
        </p:nvSpPr>
        <p:spPr>
          <a:xfrm>
            <a:off x="4401824" y="2466961"/>
            <a:ext cx="350996" cy="314325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ln w="10160">
                <a:solidFill>
                  <a:schemeClr val="bg1"/>
                </a:solidFill>
                <a:prstDash val="solid"/>
              </a:ln>
              <a:solidFill>
                <a:schemeClr val="accent4">
                  <a:lumMod val="40000"/>
                  <a:lumOff val="60000"/>
                </a:schemeClr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385DCE8-C6AB-CF56-C053-66486EE52D04}"/>
              </a:ext>
            </a:extLst>
          </p:cNvPr>
          <p:cNvSpPr/>
          <p:nvPr/>
        </p:nvSpPr>
        <p:spPr>
          <a:xfrm>
            <a:off x="4050828" y="2466961"/>
            <a:ext cx="350996" cy="314325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10160">
                <a:solidFill>
                  <a:schemeClr val="bg1"/>
                </a:solidFill>
                <a:prstDash val="solid"/>
              </a:ln>
              <a:noFill/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6538D6EA-F9D4-54A5-88E0-1A57450858DE}"/>
              </a:ext>
            </a:extLst>
          </p:cNvPr>
          <p:cNvSpPr/>
          <p:nvPr/>
        </p:nvSpPr>
        <p:spPr>
          <a:xfrm>
            <a:off x="4050828" y="2781286"/>
            <a:ext cx="350996" cy="314325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10160">
                <a:solidFill>
                  <a:schemeClr val="bg1"/>
                </a:solidFill>
                <a:prstDash val="solid"/>
              </a:ln>
              <a:noFill/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79B5D30F-1D30-406C-6B43-9D3D48D45898}"/>
              </a:ext>
            </a:extLst>
          </p:cNvPr>
          <p:cNvSpPr/>
          <p:nvPr/>
        </p:nvSpPr>
        <p:spPr>
          <a:xfrm>
            <a:off x="4401824" y="2781285"/>
            <a:ext cx="350996" cy="314325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10160">
                <a:solidFill>
                  <a:schemeClr val="bg1"/>
                </a:solidFill>
                <a:prstDash val="solid"/>
              </a:ln>
              <a:noFill/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4FB2A4CC-41FD-E9FD-0755-79059C60ADAC}"/>
              </a:ext>
            </a:extLst>
          </p:cNvPr>
          <p:cNvSpPr/>
          <p:nvPr/>
        </p:nvSpPr>
        <p:spPr>
          <a:xfrm>
            <a:off x="4752820" y="2781285"/>
            <a:ext cx="350996" cy="314325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10160">
                <a:solidFill>
                  <a:schemeClr val="bg1"/>
                </a:solidFill>
                <a:prstDash val="solid"/>
              </a:ln>
              <a:noFill/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BFD0DD27-61D8-BF1F-9604-955D703C9599}"/>
              </a:ext>
            </a:extLst>
          </p:cNvPr>
          <p:cNvSpPr/>
          <p:nvPr/>
        </p:nvSpPr>
        <p:spPr>
          <a:xfrm>
            <a:off x="4752820" y="2466961"/>
            <a:ext cx="350996" cy="314325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10160">
                <a:solidFill>
                  <a:schemeClr val="bg1"/>
                </a:solidFill>
                <a:prstDash val="solid"/>
              </a:ln>
              <a:noFill/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344DE55F-8AD8-F990-6E83-04B5E7CAEA2E}"/>
              </a:ext>
            </a:extLst>
          </p:cNvPr>
          <p:cNvSpPr/>
          <p:nvPr/>
        </p:nvSpPr>
        <p:spPr>
          <a:xfrm>
            <a:off x="4752820" y="2152637"/>
            <a:ext cx="350996" cy="314325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ln w="10160">
                <a:solidFill>
                  <a:schemeClr val="bg1"/>
                </a:solidFill>
                <a:prstDash val="solid"/>
              </a:ln>
              <a:noFill/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CADDDC7D-7AA6-849A-3A1F-5FB36FE21FDC}"/>
              </a:ext>
            </a:extLst>
          </p:cNvPr>
          <p:cNvSpPr/>
          <p:nvPr/>
        </p:nvSpPr>
        <p:spPr>
          <a:xfrm>
            <a:off x="4401824" y="2152636"/>
            <a:ext cx="350996" cy="314325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ln w="10160">
                <a:solidFill>
                  <a:schemeClr val="bg1"/>
                </a:solidFill>
                <a:prstDash val="solid"/>
              </a:ln>
              <a:noFill/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7B46840E-AA3F-FDBD-4BCB-25EEE8E04FCB}"/>
              </a:ext>
            </a:extLst>
          </p:cNvPr>
          <p:cNvSpPr/>
          <p:nvPr/>
        </p:nvSpPr>
        <p:spPr>
          <a:xfrm>
            <a:off x="4050828" y="2152635"/>
            <a:ext cx="350996" cy="314325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ln w="10160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9401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">
            <a:extLst>
              <a:ext uri="{FF2B5EF4-FFF2-40B4-BE49-F238E27FC236}">
                <a16:creationId xmlns:a16="http://schemas.microsoft.com/office/drawing/2014/main" id="{18A57BB6-1394-A548-C890-57E0135272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75"/>
            <a:ext cx="12192000" cy="685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7440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20B4546-4FEF-8AF2-A9F4-13718ADB89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834624E4-EECE-B751-09CB-35447BBE5519}"/>
              </a:ext>
            </a:extLst>
          </p:cNvPr>
          <p:cNvSpPr/>
          <p:nvPr/>
        </p:nvSpPr>
        <p:spPr>
          <a:xfrm rot="2714694">
            <a:off x="3043695" y="1182589"/>
            <a:ext cx="2740700" cy="2203030"/>
          </a:xfrm>
          <a:prstGeom prst="ellipse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DFCDBB8-57BB-FF55-B8FE-26A7006BD254}"/>
              </a:ext>
            </a:extLst>
          </p:cNvPr>
          <p:cNvSpPr/>
          <p:nvPr/>
        </p:nvSpPr>
        <p:spPr>
          <a:xfrm rot="19862699">
            <a:off x="5265688" y="571194"/>
            <a:ext cx="884634" cy="1429078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0DC2A63-4E52-F648-ABD5-290B29365CC8}"/>
              </a:ext>
            </a:extLst>
          </p:cNvPr>
          <p:cNvSpPr/>
          <p:nvPr/>
        </p:nvSpPr>
        <p:spPr>
          <a:xfrm>
            <a:off x="6161090" y="2379134"/>
            <a:ext cx="2633132" cy="2734733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4A75A6B-CE7C-44A8-915A-83A4651BA78E}"/>
              </a:ext>
            </a:extLst>
          </p:cNvPr>
          <p:cNvSpPr/>
          <p:nvPr/>
        </p:nvSpPr>
        <p:spPr>
          <a:xfrm>
            <a:off x="5486400" y="4605867"/>
            <a:ext cx="1253067" cy="1498600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5057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</Words>
  <Application>Microsoft Office PowerPoint</Application>
  <PresentationFormat>Widescreen</PresentationFormat>
  <Paragraphs>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Ink Free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yash gupta</dc:creator>
  <cp:lastModifiedBy>yash gupta</cp:lastModifiedBy>
  <cp:revision>1</cp:revision>
  <dcterms:created xsi:type="dcterms:W3CDTF">2026-02-11T14:33:46Z</dcterms:created>
  <dcterms:modified xsi:type="dcterms:W3CDTF">2026-02-11T14:36:20Z</dcterms:modified>
</cp:coreProperties>
</file>